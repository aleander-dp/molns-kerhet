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77" r:id="rId3"/>
    <p:sldId id="265" r:id="rId4"/>
    <p:sldId id="272" r:id="rId5"/>
    <p:sldId id="273" r:id="rId6"/>
    <p:sldId id="274" r:id="rId7"/>
    <p:sldId id="275" r:id="rId8"/>
    <p:sldId id="278" r:id="rId9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DB85B4-AF8B-0B1F-126F-2DC82ADA1071}" v="329" dt="2026-05-09T16:10:51.481"/>
    <p1510:client id="{CBBF1CAE-4211-7FF3-4DA2-F32E9705D548}" v="59" dt="2026-05-10T18:59:59.727"/>
    <p1510:client id="{D96EEF95-A241-C0B2-A701-45F2E595EEB0}" v="198" dt="2026-05-09T12:40:29.0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1079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34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783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426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7679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15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235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36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411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806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286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9630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3840">
          <p15:clr>
            <a:srgbClr val="F26B43"/>
          </p15:clr>
        </p15:guide>
        <p15:guide id="3" pos="7200">
          <p15:clr>
            <a:srgbClr val="F26B43"/>
          </p15:clr>
        </p15:guide>
        <p15:guide id="4" pos="6720">
          <p15:clr>
            <a:srgbClr val="F26B43"/>
          </p15:clr>
        </p15:guide>
        <p15:guide id="16" pos="480">
          <p15:clr>
            <a:srgbClr val="F26B43"/>
          </p15:clr>
        </p15:guide>
        <p15:guide id="23" orient="horz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>
            <a:normAutofit/>
          </a:bodyPr>
          <a:lstStyle/>
          <a:p>
            <a:r>
              <a:rPr lang="sv-SE"/>
              <a:t>CloudCorp Incidenten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sv-SE"/>
              <a:t>Alexander Dolk Persson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73C9E828-AFD8-1EFF-BF09-B5E8E4B349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28BAB78-50A1-4D02-A96B-F076D6870424}" type="datetime1">
              <a:rPr lang="en-US"/>
              <a:pPr>
                <a:spcAft>
                  <a:spcPts val="600"/>
                </a:spcAft>
              </a:pPr>
              <a:t>6/2/2026</a:t>
            </a:fld>
            <a:endParaRPr lang="en-US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4BA42AE0-3FB0-FC15-6229-27CBAB77F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29543E5F-40E8-5D5A-C209-3E4889C77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pic>
        <p:nvPicPr>
          <p:cNvPr id="7" name="Bildobjekt 6" descr="En bild som visar logotyp, clipart, Grafik, vit&#10;&#10;AI-genererat innehåll kan vara felaktigt.">
            <a:extLst>
              <a:ext uri="{FF2B5EF4-FFF2-40B4-BE49-F238E27FC236}">
                <a16:creationId xmlns:a16="http://schemas.microsoft.com/office/drawing/2014/main" id="{891E091B-A8A0-78C6-4343-D0903B2CC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8524" y="2048221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377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62EAE03-C1DE-53A7-D6DB-7AA5130D2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Incidenten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E7FEE56-E678-EB6D-3994-BA223DF4F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076174"/>
            <a:ext cx="9238434" cy="3810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/>
              <a:t>Stulen Kunddata</a:t>
            </a:r>
          </a:p>
          <a:p>
            <a:r>
              <a:rPr lang="sv-SE"/>
              <a:t>Lokaliserad via Gränssnitt?</a:t>
            </a:r>
            <a:endParaRPr lang="sv-SE" dirty="0"/>
          </a:p>
          <a:p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32DB53BE-73F3-95C1-8A04-D6C0B5365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82510-ADB7-4468-A7B4-046CBD508C3A}" type="datetime1">
              <a:t>2026-06-02</a:t>
            </a:fld>
            <a:endParaRPr lang="en-US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87E03DA-A0A2-E6EB-9069-AB62A0A11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DDB26A8-A040-5CA5-20B9-D1B78B66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2</a:t>
            </a:fld>
            <a:endParaRPr lang="en-US" dirty="0"/>
          </a:p>
        </p:txBody>
      </p:sp>
      <p:sp>
        <p:nvSpPr>
          <p:cNvPr id="8" name="Rubrik 1">
            <a:extLst>
              <a:ext uri="{FF2B5EF4-FFF2-40B4-BE49-F238E27FC236}">
                <a16:creationId xmlns:a16="http://schemas.microsoft.com/office/drawing/2014/main" id="{41CE0E13-8172-E7B1-7964-D3DE44A3AD9F}"/>
              </a:ext>
            </a:extLst>
          </p:cNvPr>
          <p:cNvSpPr txBox="1">
            <a:spLocks/>
          </p:cNvSpPr>
          <p:nvPr/>
        </p:nvSpPr>
        <p:spPr>
          <a:xfrm>
            <a:off x="1427357" y="2997932"/>
            <a:ext cx="9238434" cy="8575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2800" b="1" kern="1200" cap="all" spc="6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v-SE"/>
              <a:t>S3-Bucket</a:t>
            </a:r>
            <a:endParaRPr lang="sv-SE" dirty="0"/>
          </a:p>
        </p:txBody>
      </p:sp>
      <p:sp>
        <p:nvSpPr>
          <p:cNvPr id="10" name="Platshållare för innehåll 2">
            <a:extLst>
              <a:ext uri="{FF2B5EF4-FFF2-40B4-BE49-F238E27FC236}">
                <a16:creationId xmlns:a16="http://schemas.microsoft.com/office/drawing/2014/main" id="{BCE4B084-E002-9291-3C2A-699DE1B1EBB4}"/>
              </a:ext>
            </a:extLst>
          </p:cNvPr>
          <p:cNvSpPr txBox="1">
            <a:spLocks/>
          </p:cNvSpPr>
          <p:nvPr/>
        </p:nvSpPr>
        <p:spPr>
          <a:xfrm>
            <a:off x="1427357" y="3984487"/>
            <a:ext cx="9238434" cy="3810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74320" indent="-27432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66344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008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alibri" panose="020B0604020202020204" pitchFamily="34" charset="0"/>
              <a:buChar char="-"/>
            </a:pPr>
            <a:r>
              <a:rPr lang="sv-SE"/>
              <a:t>Public</a:t>
            </a:r>
          </a:p>
          <a:p>
            <a:pPr>
              <a:buFont typeface="Calibri"/>
              <a:buChar char="-"/>
            </a:pPr>
            <a:r>
              <a:rPr lang="sv-SE"/>
              <a:t>Read</a:t>
            </a:r>
            <a:endParaRPr lang="sv-SE" dirty="0"/>
          </a:p>
          <a:p>
            <a:pPr>
              <a:buFont typeface="Calibri"/>
              <a:buChar char="-"/>
            </a:pPr>
            <a:r>
              <a:rPr lang="sv-SE"/>
              <a:t>Saknade Policy</a:t>
            </a:r>
            <a:endParaRPr lang="sv-SE" dirty="0"/>
          </a:p>
          <a:p>
            <a:pPr>
              <a:buFont typeface="Calibri" panose="020B0604020202020204" pitchFamily="34" charset="0"/>
              <a:buChar char="-"/>
            </a:pPr>
            <a:endParaRPr lang="sv-SE" dirty="0"/>
          </a:p>
        </p:txBody>
      </p:sp>
      <p:pic>
        <p:nvPicPr>
          <p:cNvPr id="11" name="Bildobjekt 10" descr="Cloud computing icon | Premium Vector">
            <a:extLst>
              <a:ext uri="{FF2B5EF4-FFF2-40B4-BE49-F238E27FC236}">
                <a16:creationId xmlns:a16="http://schemas.microsoft.com/office/drawing/2014/main" id="{4E7CE390-F3D8-DEE6-9A55-0A2A0EBA5C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80" t="20161" r="21285" b="22628"/>
          <a:stretch>
            <a:fillRect/>
          </a:stretch>
        </p:blipFill>
        <p:spPr>
          <a:xfrm>
            <a:off x="7253356" y="2645800"/>
            <a:ext cx="1608483" cy="1569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17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EEA6F6F-9680-A453-50FA-D7333D176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CloudCorp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E7BEB5C-A9AC-16B5-082B-1B651626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sv-SE"/>
              <a:t>Mindre företag</a:t>
            </a:r>
            <a:endParaRPr lang="en-US"/>
          </a:p>
          <a:p>
            <a:r>
              <a:rPr lang="sv-SE"/>
              <a:t>Inte globalt</a:t>
            </a:r>
            <a:endParaRPr lang="en-US"/>
          </a:p>
          <a:p>
            <a:r>
              <a:rPr lang="sv-SE"/>
              <a:t>Begränsade resurser</a:t>
            </a:r>
            <a:endParaRPr lang="en-US"/>
          </a:p>
          <a:p>
            <a:r>
              <a:rPr lang="sv-SE"/>
              <a:t>Kostnad</a:t>
            </a:r>
          </a:p>
          <a:p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694E174-B4F0-ED97-1F79-D6957EA81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8924-A367-48A1-912B-67E53BF1EE06}" type="datetime1">
              <a:t>2026-06-02</a:t>
            </a:fld>
            <a:endParaRPr lang="en-US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04E719B-9355-14D1-2611-B17AC3FEC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DD038E6-6280-315E-C1A2-BF244BF2B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3</a:t>
            </a:fld>
            <a:endParaRPr lang="en-US" dirty="0"/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94F4F384-254E-101E-FC7E-4C9061D2B4DF}"/>
              </a:ext>
            </a:extLst>
          </p:cNvPr>
          <p:cNvSpPr txBox="1"/>
          <p:nvPr/>
        </p:nvSpPr>
        <p:spPr>
          <a:xfrm>
            <a:off x="7505029" y="2288564"/>
            <a:ext cx="3759318" cy="17791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sv-SE"/>
              <a:t>Billigt</a:t>
            </a:r>
            <a:endParaRPr lang="en-US"/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sv-SE"/>
              <a:t>Säkert</a:t>
            </a:r>
            <a:endParaRPr lang="en-US"/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sv-SE"/>
              <a:t>Effektivt</a:t>
            </a:r>
            <a:endParaRPr lang="en-US"/>
          </a:p>
          <a:p>
            <a:pPr marL="285750" indent="-285750" algn="l">
              <a:lnSpc>
                <a:spcPct val="12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sv-SE"/>
              <a:t>Skalbart</a:t>
            </a:r>
          </a:p>
        </p:txBody>
      </p:sp>
      <p:pic>
        <p:nvPicPr>
          <p:cNvPr id="8" name="Bildobjekt 7" descr="Cloud computing symbol Vector Images &amp; Graphics for Commercial Use |  VectorStock">
            <a:extLst>
              <a:ext uri="{FF2B5EF4-FFF2-40B4-BE49-F238E27FC236}">
                <a16:creationId xmlns:a16="http://schemas.microsoft.com/office/drawing/2014/main" id="{E1C26124-1AED-749F-EE47-13FA4C4F4D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97" t="18461" r="17436" b="14948"/>
          <a:stretch>
            <a:fillRect/>
          </a:stretch>
        </p:blipFill>
        <p:spPr>
          <a:xfrm>
            <a:off x="5046523" y="2507550"/>
            <a:ext cx="1428740" cy="1427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466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A48179ED-6BDE-7A83-9520-84A50E5A8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7A181-AC37-4EA8-B9C8-44FC3F7B7F41}" type="datetime1">
              <a:t>2026-06-02</a:t>
            </a:fld>
            <a:endParaRPr lang="en-US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2FE7E77-3158-B297-2136-8E7921FF1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7F5758D-B92E-70FC-7ED7-67F111971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4</a:t>
            </a:fld>
            <a:endParaRPr lang="en-US" dirty="0"/>
          </a:p>
        </p:txBody>
      </p:sp>
      <p:pic>
        <p:nvPicPr>
          <p:cNvPr id="8" name="Bildobjekt 7" descr="En bild som visar text, skärmbild, Multimedieprogram, programvara&#10;&#10;AI-genererat innehåll kan vara felaktigt.">
            <a:extLst>
              <a:ext uri="{FF2B5EF4-FFF2-40B4-BE49-F238E27FC236}">
                <a16:creationId xmlns:a16="http://schemas.microsoft.com/office/drawing/2014/main" id="{8A5D2465-05B6-9FB6-521B-73D2953D5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080" y="0"/>
            <a:ext cx="9431839" cy="6858000"/>
          </a:xfrm>
          <a:prstGeom prst="rect">
            <a:avLst/>
          </a:prstGeom>
        </p:spPr>
      </p:pic>
      <p:sp>
        <p:nvSpPr>
          <p:cNvPr id="10" name="Rubrik 1">
            <a:extLst>
              <a:ext uri="{FF2B5EF4-FFF2-40B4-BE49-F238E27FC236}">
                <a16:creationId xmlns:a16="http://schemas.microsoft.com/office/drawing/2014/main" id="{B4DF3E53-B212-3577-202C-33E3001BA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692" y="-143234"/>
            <a:ext cx="9238434" cy="857559"/>
          </a:xfrm>
        </p:spPr>
        <p:txBody>
          <a:bodyPr/>
          <a:lstStyle/>
          <a:p>
            <a:r>
              <a:rPr lang="sv-SE"/>
              <a:t>Arkitektur</a:t>
            </a:r>
          </a:p>
        </p:txBody>
      </p:sp>
    </p:spTree>
    <p:extLst>
      <p:ext uri="{BB962C8B-B14F-4D97-AF65-F5344CB8AC3E}">
        <p14:creationId xmlns:p14="http://schemas.microsoft.com/office/powerpoint/2010/main" val="2234071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56EB721-7258-75DC-87E0-C8319F390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Motiveringar 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D7D052C4-8524-501C-0CCA-34947D47C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sv-SE"/>
              <a:t>Aktiv + Standby region</a:t>
            </a:r>
          </a:p>
          <a:p>
            <a:r>
              <a:rPr lang="sv-SE"/>
              <a:t>Publika &amp; Privata Subnät </a:t>
            </a:r>
          </a:p>
          <a:p>
            <a:r>
              <a:rPr lang="sv-SE"/>
              <a:t>Publik ALB </a:t>
            </a:r>
          </a:p>
          <a:p>
            <a:r>
              <a:rPr lang="sv-SE"/>
              <a:t>Privat EC2</a:t>
            </a:r>
            <a:endParaRPr lang="sv-SE" dirty="0"/>
          </a:p>
          <a:p>
            <a:r>
              <a:rPr lang="sv-SE"/>
              <a:t>SSM istället för SSH</a:t>
            </a:r>
            <a:endParaRPr lang="sv-SE" dirty="0"/>
          </a:p>
          <a:p>
            <a:r>
              <a:rPr lang="sv-SE"/>
              <a:t>Lambda Backend Logik</a:t>
            </a:r>
            <a:endParaRPr lang="sv-SE" dirty="0"/>
          </a:p>
          <a:p>
            <a:r>
              <a:rPr lang="sv-SE"/>
              <a:t>Aurora Serverless V2</a:t>
            </a:r>
            <a:endParaRPr lang="sv-SE" dirty="0"/>
          </a:p>
          <a:p>
            <a:r>
              <a:rPr lang="sv-SE"/>
              <a:t>S3-Bucket</a:t>
            </a:r>
            <a:endParaRPr lang="sv-SE" dirty="0"/>
          </a:p>
          <a:p>
            <a:endParaRPr lang="sv-SE" dirty="0"/>
          </a:p>
          <a:p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8B12418-A236-D282-1AB2-A696B6AAF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FD4A0-7F54-4967-AAAC-6CABBF1CBD95}" type="datetime1">
              <a:t>2026-06-02</a:t>
            </a:fld>
            <a:endParaRPr lang="en-US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D91B0CFD-9B1E-288E-D728-62AE73A19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56BA456-782C-A25F-D817-6238F0BB1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036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2A16D07-4AFE-FF3A-67C2-737F1E76E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Risker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5C75612-B686-0F07-A8FA-4CA6E9598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5263" y="2766252"/>
            <a:ext cx="9238434" cy="3810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/>
              <a:t>Felaktig Konfigurering (IAM Rättigheter, Security Groups)</a:t>
            </a:r>
          </a:p>
          <a:p>
            <a:r>
              <a:rPr lang="sv-SE"/>
              <a:t>NAT Gateway</a:t>
            </a:r>
          </a:p>
          <a:p>
            <a:r>
              <a:rPr lang="sv-SE"/>
              <a:t>Amazon</a:t>
            </a:r>
            <a:endParaRPr lang="sv-SE" dirty="0"/>
          </a:p>
          <a:p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1BE1722-ABC9-4ADF-BEFE-DD0CD94E8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AF593-E307-45D2-B2F9-8271897D8B69}" type="datetime1">
              <a:t>2026-06-02</a:t>
            </a:fld>
            <a:endParaRPr lang="en-US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D492505F-0D12-2C3E-D8A0-6724D756A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41BF663-8973-DC9E-7DE3-66E7893FD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461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4BF23C3-2959-0729-033A-2EDC2792B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Sammanfattning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2E89913-68BB-CD30-EA17-1AE932AA4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9297" y="2740639"/>
            <a:ext cx="9238434" cy="3810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/>
              <a:t>Incident</a:t>
            </a:r>
          </a:p>
          <a:p>
            <a:r>
              <a:rPr lang="sv-SE"/>
              <a:t>Förbättrad Arkitektur</a:t>
            </a:r>
          </a:p>
          <a:p>
            <a:r>
              <a:rPr lang="sv-SE"/>
              <a:t>Risker</a:t>
            </a:r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1FBBB98-A3C1-FE65-BD3F-474F4496E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6809-43C6-4D67-983F-23021F67FDA9}" type="datetime1">
              <a:t>2026-06-02</a:t>
            </a:fld>
            <a:endParaRPr lang="en-US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ABB05F00-F697-952E-F31D-4C7B17B7F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CD42207-D8A5-8365-EE32-9D29D3163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513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79E6D5D-02E6-304D-7814-0EF80B9B0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390" y="2364537"/>
            <a:ext cx="9238434" cy="857559"/>
          </a:xfrm>
        </p:spPr>
        <p:txBody>
          <a:bodyPr/>
          <a:lstStyle/>
          <a:p>
            <a:pPr algn="ctr"/>
            <a:r>
              <a:rPr lang="sv-SE"/>
              <a:t>Tack för mig!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58DC820-F547-03D8-D858-D095F2390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F2854-B1E6-4ED6-BE9D-8CFDEDB7E441}" type="datetime1">
              <a:t>2026-06-02</a:t>
            </a:fld>
            <a:endParaRPr lang="en-US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5193821-F2C2-DA60-4004-4EFF18944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66D5B294-C9AF-F551-4C78-1CA5AC5F5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710987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Bredbild</PresentationFormat>
  <Slides>8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Bildrubriker</vt:lpstr>
      </vt:variant>
      <vt:variant>
        <vt:i4>8</vt:i4>
      </vt:variant>
    </vt:vector>
  </HeadingPairs>
  <TitlesOfParts>
    <vt:vector size="9" baseType="lpstr">
      <vt:lpstr>PortalVTI</vt:lpstr>
      <vt:lpstr>CloudCorp Incidenten</vt:lpstr>
      <vt:lpstr>Incidenten</vt:lpstr>
      <vt:lpstr>CloudCorp</vt:lpstr>
      <vt:lpstr>Arkitektur</vt:lpstr>
      <vt:lpstr>Motiveringar </vt:lpstr>
      <vt:lpstr>Risker</vt:lpstr>
      <vt:lpstr>Sammanfattning</vt:lpstr>
      <vt:lpstr>Tack för mig!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208</cp:revision>
  <dcterms:created xsi:type="dcterms:W3CDTF">2026-05-02T17:44:35Z</dcterms:created>
  <dcterms:modified xsi:type="dcterms:W3CDTF">2026-06-02T12:52:01Z</dcterms:modified>
</cp:coreProperties>
</file>